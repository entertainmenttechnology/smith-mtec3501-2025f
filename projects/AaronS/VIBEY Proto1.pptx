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4" Type="http://schemas.openxmlformats.org/officeDocument/2006/relationships/slide" Target="slides/slide9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91ee31dace_0_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91ee31dace_0_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g391ee31dace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" name="Google Shape;65;g391ee31dace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g391ee31dace_0_5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" name="Google Shape;72;g391ee31dace_0_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g391ee31dace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9" name="Google Shape;79;g391ee31dace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g391ee31dace_0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6" name="Google Shape;86;g391ee31dace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g391ee31dace_0_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3" name="Google Shape;93;g391ee31dace_0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g391ee31dace_0_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9" name="Google Shape;99;g391ee31dace_0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g391ee31dace_0_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6" name="Google Shape;106;g391ee31dace_0_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4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5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7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6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hyperlink" Target="https://docs.opencv.org/4.x/" TargetMode="Externa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00"/>
        </a:solidFill>
      </p:bgPr>
    </p:bg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VIBEY</a:t>
            </a:r>
            <a:endParaRPr/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Aaron Sanchez Culmination Project 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accent6"/>
        </a:solidFill>
      </p:bgPr>
    </p:bg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Concept</a:t>
            </a:r>
            <a:endParaRPr/>
          </a:p>
        </p:txBody>
      </p:sp>
      <p:sp>
        <p:nvSpPr>
          <p:cNvPr id="61" name="Google Shape;61;p14"/>
          <p:cNvSpPr txBox="1"/>
          <p:nvPr>
            <p:ph idx="1" type="body"/>
          </p:nvPr>
        </p:nvSpPr>
        <p:spPr>
          <a:xfrm>
            <a:off x="311700" y="1152475"/>
            <a:ext cx="5131200" cy="314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An App that uses AI to detect emotions and plays a song after.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62" name="Google Shape;62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595300" y="648075"/>
            <a:ext cx="2716750" cy="4264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accent6"/>
        </a:solidFill>
      </p:bgPr>
    </p:bg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Timeline</a:t>
            </a:r>
            <a:endParaRPr/>
          </a:p>
        </p:txBody>
      </p:sp>
      <p:sp>
        <p:nvSpPr>
          <p:cNvPr id="68" name="Google Shape;68;p15"/>
          <p:cNvSpPr txBox="1"/>
          <p:nvPr>
            <p:ph idx="1" type="body"/>
          </p:nvPr>
        </p:nvSpPr>
        <p:spPr>
          <a:xfrm>
            <a:off x="311700" y="1017725"/>
            <a:ext cx="8520600" cy="355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>
                <a:solidFill>
                  <a:schemeClr val="dk1"/>
                </a:solidFill>
              </a:rPr>
              <a:t>Sept 2025</a:t>
            </a:r>
            <a:br>
              <a:rPr lang="en" sz="1100">
                <a:solidFill>
                  <a:schemeClr val="dk1"/>
                </a:solidFill>
              </a:rPr>
            </a:br>
            <a:r>
              <a:rPr lang="en" sz="1100">
                <a:solidFill>
                  <a:schemeClr val="dk1"/>
                </a:solidFill>
              </a:rPr>
              <a:t> Idea formed, initial research of AI models 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>
                <a:solidFill>
                  <a:schemeClr val="dk1"/>
                </a:solidFill>
              </a:rPr>
              <a:t>Oct 2025</a:t>
            </a:r>
            <a:br>
              <a:rPr lang="en" sz="1100">
                <a:solidFill>
                  <a:schemeClr val="dk1"/>
                </a:solidFill>
              </a:rPr>
            </a:br>
            <a:r>
              <a:rPr lang="en" sz="1100">
                <a:solidFill>
                  <a:schemeClr val="dk1"/>
                </a:solidFill>
              </a:rPr>
              <a:t> Learned OpenCV, webcam setup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>
                <a:solidFill>
                  <a:schemeClr val="dk1"/>
                </a:solidFill>
              </a:rPr>
              <a:t>Nov 2025</a:t>
            </a:r>
            <a:br>
              <a:rPr lang="en" sz="1100">
                <a:solidFill>
                  <a:schemeClr val="dk1"/>
                </a:solidFill>
              </a:rPr>
            </a:br>
            <a:r>
              <a:rPr lang="en" sz="1100">
                <a:solidFill>
                  <a:schemeClr val="dk1"/>
                </a:solidFill>
              </a:rPr>
              <a:t> First working emotion detection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>
                <a:solidFill>
                  <a:schemeClr val="dk1"/>
                </a:solidFill>
              </a:rPr>
              <a:t>Dec 2025</a:t>
            </a:r>
            <a:br>
              <a:rPr lang="en" sz="1100">
                <a:solidFill>
                  <a:schemeClr val="dk1"/>
                </a:solidFill>
              </a:rPr>
            </a:br>
            <a:r>
              <a:rPr lang="en" sz="1100">
                <a:solidFill>
                  <a:schemeClr val="dk1"/>
                </a:solidFill>
              </a:rPr>
              <a:t> Prototype cleanup and demo prep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69" name="Google Shape;69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173463" y="1073650"/>
            <a:ext cx="3743325" cy="2571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accent6"/>
        </a:solidFill>
      </p:bgPr>
    </p:bg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Python </a:t>
            </a:r>
            <a:endParaRPr/>
          </a:p>
        </p:txBody>
      </p:sp>
      <p:sp>
        <p:nvSpPr>
          <p:cNvPr id="75" name="Google Shape;75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700">
                <a:solidFill>
                  <a:schemeClr val="dk1"/>
                </a:solidFill>
              </a:rPr>
              <a:t>Python</a:t>
            </a:r>
            <a:endParaRPr b="1" sz="17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Main programming language</a:t>
            </a:r>
            <a:br>
              <a:rPr lang="en" sz="1100">
                <a:solidFill>
                  <a:schemeClr val="dk1"/>
                </a:solidFill>
              </a:rPr>
            </a:b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Handles app logic and flow</a:t>
            </a:r>
            <a:br>
              <a:rPr lang="en" sz="1100">
                <a:solidFill>
                  <a:schemeClr val="dk1"/>
                </a:solidFill>
              </a:rPr>
            </a:b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Connects OpenCV and DeepFace</a:t>
            </a:r>
            <a:br>
              <a:rPr lang="en" sz="1100">
                <a:solidFill>
                  <a:schemeClr val="dk1"/>
                </a:solidFill>
              </a:rPr>
            </a:b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Controls emotion output and music logic  ( OpenCV and DeepFace use python) 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76" name="Google Shape;76;p16" title="Screenshot 2025-12-18 140558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829375" y="930325"/>
            <a:ext cx="3151261" cy="29929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accent6"/>
        </a:solidFill>
      </p:bgPr>
    </p:bg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OpenCV</a:t>
            </a:r>
            <a:endParaRPr/>
          </a:p>
        </p:txBody>
      </p:sp>
      <p:sp>
        <p:nvSpPr>
          <p:cNvPr id="82" name="Google Shape;82;p1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Open-source computer vision library</a:t>
            </a:r>
            <a:br>
              <a:rPr lang="en"/>
            </a:b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Turns on and reads the laptop webcam</a:t>
            </a:r>
            <a:br>
              <a:rPr lang="en"/>
            </a:b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Processes video frame by frame</a:t>
            </a:r>
            <a:br>
              <a:rPr lang="en"/>
            </a:b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Detects faces in real time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83" name="Google Shape;83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795350" y="445025"/>
            <a:ext cx="3867150" cy="2533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accent6"/>
        </a:solidFill>
      </p:bgPr>
    </p:bg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700"/>
              <a:t>DeepFace</a:t>
            </a:r>
            <a:endParaRPr/>
          </a:p>
        </p:txBody>
      </p:sp>
      <p:sp>
        <p:nvSpPr>
          <p:cNvPr id="89" name="Google Shape;89;p1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17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OpenCV handles the camera and finds faces</a:t>
            </a:r>
            <a:br>
              <a:rPr lang="en" sz="1100">
                <a:solidFill>
                  <a:schemeClr val="dk1"/>
                </a:solidFill>
              </a:rPr>
            </a:b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DeepFace analyzes the face and predicts emotion</a:t>
            </a:r>
            <a:br>
              <a:rPr lang="en" sz="1100">
                <a:solidFill>
                  <a:schemeClr val="dk1"/>
                </a:solidFill>
              </a:rPr>
            </a:b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>
                <a:solidFill>
                  <a:schemeClr val="dk1"/>
                </a:solidFill>
              </a:rPr>
              <a:t>In Vibee: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OpenCV = </a:t>
            </a:r>
            <a:r>
              <a:rPr i="1" lang="en" sz="1100">
                <a:solidFill>
                  <a:schemeClr val="dk1"/>
                </a:solidFill>
              </a:rPr>
              <a:t>seeing the face</a:t>
            </a:r>
            <a:br>
              <a:rPr i="1" lang="en" sz="1100">
                <a:solidFill>
                  <a:schemeClr val="dk1"/>
                </a:solidFill>
              </a:rPr>
            </a:br>
            <a:endParaRPr i="1"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DeepFace = </a:t>
            </a:r>
            <a:r>
              <a:rPr i="1" lang="en" sz="1100">
                <a:solidFill>
                  <a:schemeClr val="dk1"/>
                </a:solidFill>
              </a:rPr>
              <a:t>understanding the expression</a:t>
            </a:r>
            <a:endParaRPr i="1"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90" name="Google Shape;90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571988" y="879875"/>
            <a:ext cx="4105275" cy="2381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accent6"/>
        </a:solidFill>
      </p:bgPr>
    </p:bg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Prototype System Workflow</a:t>
            </a:r>
            <a:endParaRPr/>
          </a:p>
        </p:txBody>
      </p:sp>
      <p:pic>
        <p:nvPicPr>
          <p:cNvPr id="96" name="Google Shape;96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284225" y="1070250"/>
            <a:ext cx="2613750" cy="392065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accent6"/>
        </a:solidFill>
      </p:bgPr>
    </p:bg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2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2026 Semester Timeline</a:t>
            </a:r>
            <a:endParaRPr/>
          </a:p>
        </p:txBody>
      </p:sp>
      <p:sp>
        <p:nvSpPr>
          <p:cNvPr id="102" name="Google Shape;102;p2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700">
                <a:solidFill>
                  <a:schemeClr val="dk1"/>
                </a:solidFill>
              </a:rPr>
              <a:t>Jan–May 2026 </a:t>
            </a:r>
            <a:endParaRPr sz="17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>
                <a:solidFill>
                  <a:schemeClr val="dk1"/>
                </a:solidFill>
              </a:rPr>
              <a:t>Jan–Feb</a:t>
            </a:r>
            <a:br>
              <a:rPr lang="en" sz="1100">
                <a:solidFill>
                  <a:schemeClr val="dk1"/>
                </a:solidFill>
              </a:rPr>
            </a:br>
            <a:r>
              <a:rPr lang="en" sz="1100">
                <a:solidFill>
                  <a:schemeClr val="dk1"/>
                </a:solidFill>
              </a:rPr>
              <a:t> Plan features, research emotion + music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>
                <a:solidFill>
                  <a:schemeClr val="dk1"/>
                </a:solidFill>
              </a:rPr>
              <a:t>March</a:t>
            </a:r>
            <a:br>
              <a:rPr lang="en" sz="1100">
                <a:solidFill>
                  <a:schemeClr val="dk1"/>
                </a:solidFill>
              </a:rPr>
            </a:br>
            <a:r>
              <a:rPr lang="en" sz="1100">
                <a:solidFill>
                  <a:schemeClr val="dk1"/>
                </a:solidFill>
              </a:rPr>
              <a:t> Add music playback, 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>
                <a:solidFill>
                  <a:schemeClr val="dk1"/>
                </a:solidFill>
              </a:rPr>
              <a:t>April</a:t>
            </a:r>
            <a:br>
              <a:rPr lang="en" sz="1100">
                <a:solidFill>
                  <a:schemeClr val="dk1"/>
                </a:solidFill>
              </a:rPr>
            </a:br>
            <a:r>
              <a:rPr lang="en" sz="1100">
                <a:solidFill>
                  <a:schemeClr val="dk1"/>
                </a:solidFill>
              </a:rPr>
              <a:t> UI improvements, testing, research mobile version </a:t>
            </a:r>
            <a:r>
              <a:rPr lang="en" sz="1100">
                <a:solidFill>
                  <a:schemeClr val="dk1"/>
                </a:solidFill>
              </a:rPr>
              <a:t>implementation</a:t>
            </a:r>
            <a:r>
              <a:rPr lang="en" sz="1100">
                <a:solidFill>
                  <a:schemeClr val="dk1"/>
                </a:solidFill>
              </a:rPr>
              <a:t> 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>
                <a:solidFill>
                  <a:schemeClr val="dk1"/>
                </a:solidFill>
              </a:rPr>
              <a:t>May</a:t>
            </a:r>
            <a:br>
              <a:rPr lang="en" sz="1100">
                <a:solidFill>
                  <a:schemeClr val="dk1"/>
                </a:solidFill>
              </a:rPr>
            </a:br>
            <a:r>
              <a:rPr lang="en" sz="1100">
                <a:solidFill>
                  <a:schemeClr val="dk1"/>
                </a:solidFill>
              </a:rPr>
              <a:t> Polish and demo prep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03" name="Google Shape;103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383475" y="1077563"/>
            <a:ext cx="3524250" cy="26003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accent6"/>
        </a:solidFill>
      </p:bgPr>
    </p:bg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2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Work Cited  </a:t>
            </a:r>
            <a:endParaRPr/>
          </a:p>
        </p:txBody>
      </p:sp>
      <p:sp>
        <p:nvSpPr>
          <p:cNvPr id="109" name="Google Shape;109;p2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0480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200"/>
              <a:buAutoNum type="arabicPeriod"/>
            </a:pP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OpenCV Official Docs — Tutorials (Python) — main OpenCV-Python tutorial hub (video capture, GUI, image processing).</a:t>
            </a:r>
            <a:b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https://docs.opencv.org/4.x/d6/d00/tutorial_py_root.html</a:t>
            </a:r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AutoNum type="arabicPeriod"/>
            </a:pP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OpenCV DNN-based face detection guide (official) — OpenCV tutorial covering the DNN face detector and the </a:t>
            </a:r>
            <a:r>
              <a:rPr lang="en" sz="1200">
                <a:solidFill>
                  <a:srgbClr val="18803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cv::dnn</a:t>
            </a: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models.</a:t>
            </a:r>
            <a:b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https://docs.opencv.org/4.x/d0/dd4/tutorial_dnn_face.html</a:t>
            </a:r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AutoNum type="arabicPeriod"/>
            </a:pP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OpenCV - Getting Started with Videos — how to access webcam (</a:t>
            </a:r>
            <a:r>
              <a:rPr lang="en" sz="1200">
                <a:solidFill>
                  <a:srgbClr val="18803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cv.VideoCapture</a:t>
            </a: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 and process video frames.</a:t>
            </a:r>
            <a:b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https://docs.opencv.org/4.x/dd/d43/tutorial_py_video_display.html</a:t>
            </a:r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AutoNum type="arabicPeriod"/>
            </a:pP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OpenCV-Python Tutorials (root) — complete API and module reference for Python users.</a:t>
            </a:r>
            <a:b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" sz="1200" u="sng">
                <a:solidFill>
                  <a:schemeClr val="hlink"/>
                </a:solidFill>
                <a:latin typeface="Times New Roman"/>
                <a:ea typeface="Times New Roman"/>
                <a:cs typeface="Times New Roman"/>
                <a:sym typeface="Times New Roman"/>
                <a:hlinkClick r:id="rId3"/>
              </a:rPr>
              <a:t>https://docs.opencv.org/4.x/</a:t>
            </a:r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Times New Roman"/>
              <a:buAutoNum type="arabicPeriod"/>
            </a:pPr>
            <a:r>
              <a:rPr lang="en" sz="1100">
                <a:solidFill>
                  <a:schemeClr val="dk1"/>
                </a:solidFill>
              </a:rPr>
              <a:t>Python code assistance  by OpenCV and DeepFace Documents, and </a:t>
            </a:r>
            <a:endParaRPr sz="1100">
              <a:solidFill>
                <a:schemeClr val="dk1"/>
              </a:solidFill>
            </a:endParaRPr>
          </a:p>
          <a:p>
            <a:pPr indent="0" lvl="0" marL="45720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1100">
                <a:solidFill>
                  <a:schemeClr val="dk1"/>
                </a:solidFill>
              </a:rPr>
              <a:t>provided by ChatGPT,</a:t>
            </a:r>
            <a:r>
              <a:rPr b="1" lang="en" sz="1100">
                <a:solidFill>
                  <a:schemeClr val="dk1"/>
                </a:solidFill>
              </a:rPr>
              <a:t> </a:t>
            </a:r>
            <a:r>
              <a:rPr lang="en" sz="1100">
                <a:solidFill>
                  <a:schemeClr val="dk1"/>
                </a:solidFill>
              </a:rPr>
              <a:t>Used for troubleshooting, structure, and iteration. Final implementation reviewed and modified by me </a:t>
            </a:r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